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54864" cy="21945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52B788"/>
                </a:solidFill>
              </a:rPr>
              <a:t>LEVAN MEDIA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Invoice Agent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58368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7F4"/>
                </a:solidFill>
              </a:rPr>
              <a:t>AI-Powered Invoice Processing — How It Works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38328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Fragmented Delivery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</a:rPr>
              <a:t>Invoices arrive via email from dozens of vendors in varying formats, layouts, and frequencies — with no consistent structure.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234440"/>
            <a:ext cx="2743200" cy="338328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234440"/>
            <a:ext cx="274320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⌨️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Manual Data Entry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3774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</a:rPr>
              <a:t>Someone must open each PDF, read it, and type every field into a spreadsheet — time-consuming and prone to transcription errors.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234440"/>
            <a:ext cx="2743200" cy="338328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234440"/>
            <a:ext cx="274320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08776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No Standardized Process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08776" y="23774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358"/>
                </a:solidFill>
              </a:rPr>
              <a:t>No consistent process for tracking status, archiving originals, or confirming receipt — leaving gaps in the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7F4"/>
                </a:solidFill>
              </a:rPr>
              <a:t>A fully automated AI agent that monitors, reads, and logs every invoice — with zero manual data entry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737360"/>
            <a:ext cx="1920240" cy="25603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737360"/>
            <a:ext cx="192024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11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 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Poll Interval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737360"/>
            <a:ext cx="1920240" cy="25603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1737360"/>
            <a:ext cx="192024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011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50 pages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42032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Max per PDF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737360"/>
            <a:ext cx="1920240" cy="25603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737360"/>
            <a:ext cx="192024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2011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15+ fields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Extracted per Invoice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737360"/>
            <a:ext cx="1920240" cy="25603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1737360"/>
            <a:ext cx="192024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2011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94576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Manual Steps for Valid Invoices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920240" cy="141732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192024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" y="1280160"/>
            <a:ext cx="310896" cy="310896"/>
          </a:xfrm>
          <a:prstGeom prst="ellipse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Email Received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Vendor sends invoice to designated Gmail inbox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67128" y="1892808"/>
            <a:ext cx="219456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1188720"/>
            <a:ext cx="1920240" cy="141732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188720"/>
            <a:ext cx="192024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78024" y="1280160"/>
            <a:ext cx="310896" cy="310896"/>
          </a:xfrm>
          <a:prstGeom prst="ellipse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8024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PDF Validated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0592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Confirms attachment is a valid PDF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892808"/>
            <a:ext cx="219456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81144" y="1188720"/>
            <a:ext cx="1920240" cy="141732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81144" y="1188720"/>
            <a:ext cx="192024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280160"/>
            <a:ext cx="310896" cy="310896"/>
          </a:xfrm>
          <a:prstGeom prst="ellipse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Vendor Lookup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6864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Checks known vendor database for context hints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19672" y="1892808"/>
            <a:ext cx="219456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57416" y="1188720"/>
            <a:ext cx="1920240" cy="141732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57416" y="1188720"/>
            <a:ext cx="192024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280160"/>
            <a:ext cx="310896" cy="310896"/>
          </a:xfrm>
          <a:prstGeom prst="ellipse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3136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PDF → Images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3136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Converts each page to high-quality images (up to 50 pages)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50808" y="1892808"/>
            <a:ext cx="0" cy="731520"/>
          </a:xfrm>
          <a:prstGeom prst="line">
            <a:avLst/>
          </a:prstGeom>
          <a:noFill/>
          <a:ln w="25400">
            <a:solidFill>
              <a:srgbClr val="52B78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888736" y="2971800"/>
            <a:ext cx="1920240" cy="1417320"/>
          </a:xfrm>
          <a:prstGeom prst="rect">
            <a:avLst/>
          </a:prstGeom>
          <a:solidFill>
            <a:srgbClr val="E8F5EE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88736" y="2971800"/>
            <a:ext cx="192024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61888" y="3063240"/>
            <a:ext cx="310896" cy="31089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34456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AI Extraction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34456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Gemini 2.5 Flash reads all pages and extracts invoice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50992" y="3675888"/>
            <a:ext cx="219456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12464" y="2971800"/>
            <a:ext cx="1920240" cy="141732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12464" y="2971800"/>
            <a:ext cx="192024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85616" y="3063240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85616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58184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Data Validated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58184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Checks all required fields are present and complete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74720" y="3675888"/>
            <a:ext cx="219456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36192" y="2971800"/>
            <a:ext cx="1920240" cy="141732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536192" y="2971800"/>
            <a:ext cx="192024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9344" y="3063240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09344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581912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Routed to Outcome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581912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Valid invoices processed; errors flagged for human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Extracted Per Invoice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Vendor 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55064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55064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Invoice Number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67128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85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Invoice 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7919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79192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97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Due 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91256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91256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Advertiser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03320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21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215384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215384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33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Gross Sale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143000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143000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161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Discount / Adjustment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1655064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655064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Net Sale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2167128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167128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185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Commission Rate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267919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679192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697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Commission Amount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3191256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191256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Payment Terms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3703320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703320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721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Status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4215384"/>
            <a:ext cx="4023360" cy="42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4215384"/>
            <a:ext cx="45720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233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</a:rPr>
              <a:t>File Link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Routing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E8F5EE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✅  Valid Invoice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46888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</a:rPr>
              <a:t>PDF archived to Google Drive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</a:rPr>
              <a:t>Row added to Invoice Tracker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</a:rPr>
              <a:t>Auto-reply sent to vendor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</a:rPr>
              <a:t>Email labeled Processed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188720"/>
            <a:ext cx="2743200" cy="3566160"/>
          </a:xfrm>
          <a:prstGeom prst="rect">
            <a:avLst/>
          </a:prstGeom>
          <a:solidFill>
            <a:srgbClr val="FFF8E1"/>
          </a:solidFill>
          <a:ln w="25400">
            <a:solidFill>
              <a:srgbClr val="F4A5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88720"/>
            <a:ext cx="2743200" cy="73152"/>
          </a:xfrm>
          <a:prstGeom prst="rect">
            <a:avLst/>
          </a:prstGeom>
          <a:solidFill>
            <a:srgbClr val="F4A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5A00"/>
                </a:solidFill>
              </a:rPr>
              <a:t>⚠️  Needs Attention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10128" y="1828800"/>
            <a:ext cx="2468880" cy="0"/>
          </a:xfrm>
          <a:prstGeom prst="line">
            <a:avLst/>
          </a:prstGeom>
          <a:noFill/>
          <a:ln w="12700">
            <a:solidFill>
              <a:srgbClr val="F4A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9202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D5A00"/>
                </a:solidFill>
              </a:rPr>
              <a:t>Logged to Needs Attention tab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D5A00"/>
                </a:solidFill>
              </a:rPr>
              <a:t>Alert email sent to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D5A00"/>
                </a:solidFill>
              </a:rPr>
              <a:t>Labeled for follow-up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188720"/>
            <a:ext cx="2743200" cy="3566160"/>
          </a:xfrm>
          <a:prstGeom prst="rect">
            <a:avLst/>
          </a:prstGeom>
          <a:solidFill>
            <a:srgbClr val="F5F5F5"/>
          </a:solidFill>
          <a:ln w="254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188720"/>
            <a:ext cx="2743200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5A5A"/>
                </a:solidFill>
              </a:rPr>
              <a:t>❌  Not an Invoice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08776" y="1828800"/>
            <a:ext cx="246888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9202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</a:rPr>
              <a:t>Silently skipped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5A"/>
                </a:solidFill>
              </a:rPr>
              <a:t>No action taken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Capabilities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411480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54864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Handles Any Volume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Single invoices or batch PDFs with 50+ invoices processed automatically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82312" y="1051560"/>
            <a:ext cx="411480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82312" y="1051560"/>
            <a:ext cx="54864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Multi-Page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1481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AI reads all pages together as one document, not page by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13432"/>
            <a:ext cx="411480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13432"/>
            <a:ext cx="54864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Works With Unknown Vendors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No prior setup required per vendor — works on first invoice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82312" y="2313432"/>
            <a:ext cx="411480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2313432"/>
            <a:ext cx="54864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Auto-Reply to Vendors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Confirms receipt immediately upon successful processing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75304"/>
            <a:ext cx="411480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575304"/>
            <a:ext cx="54864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Human-in-the-Loop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005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Incomplete extractions flagged for review — never silently lost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82312" y="3575304"/>
            <a:ext cx="411480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3575304"/>
            <a:ext cx="54864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Audit Trail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9472" y="4005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4"/>
                </a:solidFill>
              </a:rPr>
              <a:t>Every PDF archived in Google Drive with direct link from the tracker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468880" cy="160020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46888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Gmail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358"/>
                </a:solidFill>
              </a:rPr>
              <a:t>Monitors inbox for incoming invoices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234440"/>
            <a:ext cx="2468880" cy="160020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234440"/>
            <a:ext cx="246888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64992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Google Gemini 2.5 Flash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358"/>
                </a:solidFill>
              </a:rPr>
              <a:t>AI that reads and extracts invoice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98464" y="1234440"/>
            <a:ext cx="2468880" cy="160020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98464" y="1234440"/>
            <a:ext cx="246888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35624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Google Drive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35624" y="2258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358"/>
                </a:solidFill>
              </a:rPr>
              <a:t>Archives original PDF invoices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468880" cy="160020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246888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" y="3721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Google Sheets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087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358"/>
                </a:solidFill>
              </a:rPr>
              <a:t>Central invoice tracking and reporting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27832" y="3063240"/>
            <a:ext cx="2468880" cy="1600200"/>
          </a:xfrm>
          <a:prstGeom prst="rect">
            <a:avLst/>
          </a:prstGeom>
          <a:solidFill>
            <a:srgbClr val="F0F7F4"/>
          </a:solidFill>
          <a:ln w="12700">
            <a:solidFill>
              <a:srgbClr val="E8F0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3063240"/>
            <a:ext cx="2468880" cy="64008"/>
          </a:xfrm>
          <a:prstGeom prst="rect">
            <a:avLst/>
          </a:prstGeom>
          <a:solidFill>
            <a:srgbClr val="1A47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64992" y="3721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n8n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64992" y="4087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6358"/>
                </a:solidFill>
              </a:rPr>
              <a:t>Workflow automation platform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358"/>
                </a:solidFill>
              </a:rPr>
              <a:t>Powered by n8n + Google AI — zero manual touchpoints for clean invoices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Levan Media Invoice Agent</dc:title>
  <dc:subject>PptxGenJS Presentation</dc:subject>
  <dc:creator>PptxGenJS</dc:creator>
  <cp:lastModifiedBy>PptxGenJS</cp:lastModifiedBy>
  <cp:revision>1</cp:revision>
  <dcterms:created xsi:type="dcterms:W3CDTF">2026-04-20T14:07:24Z</dcterms:created>
  <dcterms:modified xsi:type="dcterms:W3CDTF">2026-04-20T14:07:24Z</dcterms:modified>
</cp:coreProperties>
</file>